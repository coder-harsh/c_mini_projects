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5290" y="876300"/>
            <a:ext cx="1136142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800" i="0" u="none">
                <a:solidFill>
                  <a:srgbClr val="000000"/>
                </a:solidFill>
                <a:latin typeface="Inter Medium"/>
              </a:rPr>
              <a:t>Internship Training Project Presentation</a:t>
            </a:r>
            <a:r>
              <a:t>
</a:t>
            </a:r>
            <a:r>
              <a:rPr b="0" sz="1800" i="0" u="none">
                <a:solidFill>
                  <a:srgbClr val="000000"/>
                </a:solidFill>
                <a:latin typeface="Inter Medium"/>
              </a:rPr>
              <a:t>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5290" y="1520130"/>
            <a:ext cx="1136142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b="1" sz="4125" i="0" u="none">
                <a:solidFill>
                  <a:srgbClr val="000000"/>
                </a:solidFill>
                <a:latin typeface="Inter"/>
              </a:rPr>
              <a:t>STUDENT MANAGEMENT SYSTEM IN 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2529780"/>
            <a:ext cx="1714500" cy="524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741937"/>
            <a:ext cx="108204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 SemiBold"/>
              </a:rPr>
              <a:t>Department of Computer Science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77098"/>
            <a:ext cx="108204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 SemiBold"/>
              </a:rPr>
              <a:t>Panipat Institute of Engineering &amp; Technology (PIET)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3626048"/>
            <a:ext cx="3660457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00000"/>
                </a:solidFill>
                <a:latin typeface="Inter"/>
              </a:rPr>
              <a:t>Submitted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4020294"/>
            <a:ext cx="34861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Mr. Gaurav Gulati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4355455"/>
            <a:ext cx="34861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Assistant Professor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4690616"/>
            <a:ext cx="34861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Department of Computer Science &amp;</a:t>
            </a:r>
            <a:r>
              <a:t>
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3626048"/>
            <a:ext cx="2620327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00000"/>
                </a:solidFill>
                <a:latin typeface="Inter"/>
              </a:rPr>
              <a:t>Submitted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4020294"/>
            <a:ext cx="24955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Rohan (Roll No: XXXXXX)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4403080"/>
            <a:ext cx="24955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Harsh (Roll No: XXXXXX)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4785866"/>
            <a:ext cx="24955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Karan (Roll No: XXXXXX)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" y="495300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2.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" y="1209675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5300" y="1836092"/>
            <a:ext cx="5362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b="0" sz="1950" i="0" u="none">
                <a:solidFill>
                  <a:srgbClr val="222222"/>
                </a:solidFill>
                <a:latin typeface="Inter SemiBold"/>
              </a:rPr>
              <a:t>What is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" y="2422773"/>
            <a:ext cx="53625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The Student Management System is a console-based application developed entirely in the </a:t>
            </a:r>
            <a:r>
              <a:rPr b="1" sz="1650" i="0" u="none">
                <a:solidFill>
                  <a:srgbClr val="222222"/>
                </a:solidFill>
                <a:latin typeface="Inter"/>
              </a:rPr>
              <a:t>C programming language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3618755"/>
            <a:ext cx="53625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It is designed to replace physical registers with a digital, automated system. It provides an easy interface to store, organize, and manage academic data efficiently.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5149899"/>
            <a:ext cx="53625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The system uses basic file handling concepts to ensure that data is saved permanently and is not lost when the program is closed.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162" y="3056632"/>
            <a:ext cx="952500" cy="76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20100" y="4104382"/>
            <a:ext cx="4990623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1" sz="2100" i="0" u="none">
                <a:solidFill>
                  <a:srgbClr val="000000"/>
                </a:solidFill>
                <a:latin typeface="Inter"/>
              </a:rPr>
              <a:t>A Simple, Fast &amp; Effective Solution for Academic Record Keeping.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" y="230088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3.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" y="944463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1554063"/>
            <a:ext cx="10820400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Digitize Manual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906315"/>
            <a:ext cx="10820400" cy="778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Implement CRUD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923407"/>
            <a:ext cx="10820400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Learn File Handling in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5275659"/>
            <a:ext cx="10820400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Data Security (Authentication)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1997868"/>
            <a:ext cx="108204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To eliminate paper-based record keeping and transition to a fully digital environment for managing student details.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50121"/>
            <a:ext cx="108204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To practically apply the core concepts of software engineering: Create, Read, Update, and Delete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67212"/>
            <a:ext cx="108204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To understand how temporary and permanent data storage works using text files (CSV format) in C programming.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719464"/>
            <a:ext cx="108204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To implement a basic login mechanism so that only authorized admins can access or modify the student database.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592163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944415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961507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5313759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622524"/>
            <a:ext cx="5457825" cy="223033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622524"/>
            <a:ext cx="5457825" cy="22303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138612"/>
            <a:ext cx="5457825" cy="223033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4138612"/>
            <a:ext cx="5457825" cy="2230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5300" y="489049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4. SYSTEM FEATURES (CRUD)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300" y="1203424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927324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8725" y="2013049"/>
            <a:ext cx="1760220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00000"/>
                </a:solidFill>
                <a:latin typeface="Inter"/>
              </a:rPr>
              <a:t>Create (Add)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28725" y="2380654"/>
            <a:ext cx="16764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2542579"/>
            <a:ext cx="4848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Add new students to the system by entering their Roll Number, Name, Branch, and CGPA. Data is appended to a CSV file.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1927324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72300" y="2013049"/>
            <a:ext cx="2950368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00000"/>
                </a:solidFill>
                <a:latin typeface="Inter"/>
              </a:rPr>
              <a:t>Read (View &amp; Search)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72300" y="2380654"/>
            <a:ext cx="280987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3675" y="2542579"/>
            <a:ext cx="4848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Display all students in a neatly formatted table. Also, search for a specific student instantly using their unique Roll Number.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443412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8725" y="4529137"/>
            <a:ext cx="2260282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00000"/>
                </a:solidFill>
                <a:latin typeface="Inter"/>
              </a:rPr>
              <a:t>Update (Modify)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8725" y="4896742"/>
            <a:ext cx="21526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" y="5058667"/>
            <a:ext cx="4848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Search a student by Roll No and overwrite their old data with new information (e.g., correcting a name or updating CGPA).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4443412"/>
            <a:ext cx="333375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24675" y="4529137"/>
            <a:ext cx="2280285" cy="339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00000"/>
                </a:solidFill>
                <a:latin typeface="Inter"/>
              </a:rPr>
              <a:t>Delete (Remove)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24675" y="4896742"/>
            <a:ext cx="21717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3675" y="5058667"/>
            <a:ext cx="4848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Permanently remove a student's record from the database. Uses a secure method of transferring data to a temporary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" y="495300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5. TECHNOLOGY &amp; CONCEPTS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" y="1209675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5300" y="1765101"/>
            <a:ext cx="5630703" cy="213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000000"/>
                </a:solidFill>
                <a:latin typeface="Inter"/>
              </a:rPr>
              <a:t>Core Language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5300" y="2169467"/>
          <a:ext cx="5343524" cy="2550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00212"/>
                <a:gridCol w="3643312"/>
              </a:tblGrid>
              <a:tr h="637579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FFFFFF"/>
                          </a:solidFill>
                          <a:latin typeface="Inter"/>
                        </a:rPr>
                        <a:t>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FFFFFF"/>
                          </a:solidFill>
                          <a:latin typeface="Inter"/>
                        </a:rPr>
                        <a:t>Details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37579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222222"/>
                          </a:solidFill>
                          <a:latin typeface="Inter"/>
                        </a:rPr>
                        <a:t>Language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222222"/>
                          </a:solidFill>
                          <a:latin typeface="Inter"/>
                        </a:rPr>
                        <a:t>C Programming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7579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222222"/>
                          </a:solidFill>
                          <a:latin typeface="Inter"/>
                        </a:rPr>
                        <a:t>Compiler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222222"/>
                          </a:solidFill>
                          <a:latin typeface="Inter"/>
                        </a:rPr>
                        <a:t>GCC (GNU Compiler Collection)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7581"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222222"/>
                          </a:solidFill>
                          <a:latin typeface="Inter"/>
                        </a:rPr>
                        <a:t>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222222"/>
                          </a:solidFill>
                          <a:latin typeface="Inter"/>
                        </a:rPr>
                        <a:t>Local Flat Files (.csv format)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34125" y="1765101"/>
            <a:ext cx="5630703" cy="213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000000"/>
                </a:solidFill>
                <a:latin typeface="Inter"/>
              </a:rPr>
              <a:t>Key C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2169467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Structures (struct)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Used to group mixed data types (int, char, float) into a single entity called 'Student'.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521719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File Handling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Using 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fopen()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fprintf()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, and 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fscanf()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to read and write data to the hard drive.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4873972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Control Flow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Using infinite 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while(1)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loops for the menu and 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switch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cases for user choices.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207567"/>
            <a:ext cx="2857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559819"/>
            <a:ext cx="1714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4912072"/>
            <a:ext cx="2000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805237"/>
            <a:ext cx="1143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3805237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3805237"/>
            <a:ext cx="1143000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0" y="3805237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3805237"/>
            <a:ext cx="11430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" y="495300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6. SYSTEM FLOW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" y="1209675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090987"/>
            <a:ext cx="28575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0587" y="4471987"/>
            <a:ext cx="352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" y="5167312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Admin Login</a:t>
            </a:r>
            <a:r>
              <a:t>
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Password Verification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4090987"/>
            <a:ext cx="247650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71850" y="4471987"/>
            <a:ext cx="419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7475" y="5167312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Main Menu</a:t>
            </a:r>
            <a:r>
              <a:t>
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Display Choices (1-6)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2175" y="4090987"/>
            <a:ext cx="247650" cy="285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0" y="4471987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2075" y="5167312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Select Action</a:t>
            </a:r>
            <a:r>
              <a:t>
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Switch Case execution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25" y="4090987"/>
            <a:ext cx="361950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5325" y="4471987"/>
            <a:ext cx="590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6675" y="5167312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Execute CRUD</a:t>
            </a:r>
            <a:r>
              <a:t>
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File Read/Write Ops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325" y="4090987"/>
            <a:ext cx="285750" cy="2857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39462" y="4471987"/>
            <a:ext cx="3714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1275" y="5167312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00000"/>
                </a:solidFill>
                <a:latin typeface="Inter SemiBold"/>
              </a:rPr>
              <a:t>Return / Exit</a:t>
            </a:r>
            <a:r>
              <a:t>
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Back to menu or Stop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300" y="4376737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412998"/>
            <a:ext cx="53625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-720476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7. ALGORITHM &amp; SOURCE CODE CLIP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" y="-6101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412998"/>
            <a:ext cx="5630703" cy="213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000000"/>
                </a:solidFill>
                <a:latin typeface="Inter"/>
              </a:rPr>
              <a:t>Update/Delete Algorithm Logic: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817364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Open Files: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Open main file in 'Read' mode and a temp file in 'Write' mode.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169616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Search &amp; Match: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Read data line-by-line. Compare entered Roll No with saved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21868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Modify: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If matched, write new data (for update) or skip it (for delete) into the temp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874121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Save: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Write all other unmatched data as-is to the temp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6226373"/>
            <a:ext cx="4981575" cy="631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Replace: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Delete original file and rename temp file to main file.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855464"/>
            <a:ext cx="1143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207716"/>
            <a:ext cx="1524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3559968"/>
            <a:ext cx="14287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4912221"/>
            <a:ext cx="1714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6264473"/>
            <a:ext cx="1428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80" y="1055637"/>
            <a:ext cx="8961090" cy="58801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-77837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8. TERMINAL OUTPUT CLIP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" y="636537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39230" y="1379487"/>
            <a:ext cx="8313390" cy="28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CCCCC"/>
                </a:solidFill>
                <a:latin typeface="JetBrains Mono"/>
              </a:rPr>
              <a:t>Command Prompt - C:\Projects\StudentSystem.exe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230" y="1749028"/>
            <a:ext cx="83133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200596"/>
            <a:ext cx="5362575" cy="559028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200596"/>
            <a:ext cx="5362575" cy="55902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67121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9. ADVANTAGES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81496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505396"/>
            <a:ext cx="2150268" cy="590550"/>
          </a:xfrm>
          <a:prstGeom prst="rect">
            <a:avLst/>
          </a:prstGeom>
          <a:noFill/>
        </p:spPr>
        <p:txBody>
          <a:bodyPr wrap="square" lIns="4762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00000"/>
                </a:solidFill>
                <a:latin typeface="Inter"/>
              </a:rPr>
              <a:t>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" y="2124521"/>
            <a:ext cx="204787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38925" y="1505396"/>
            <a:ext cx="2020252" cy="590550"/>
          </a:xfrm>
          <a:prstGeom prst="rect">
            <a:avLst/>
          </a:prstGeom>
          <a:noFill/>
        </p:spPr>
        <p:txBody>
          <a:bodyPr wrap="square" lIns="4762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00000"/>
                </a:solidFill>
                <a:latin typeface="Inter"/>
              </a:rPr>
              <a:t>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38925" y="2124521"/>
            <a:ext cx="19240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05396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1100" y="2429321"/>
            <a:ext cx="43719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Lightweight: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Uses very minimal RAM and processing power.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3781573"/>
            <a:ext cx="43719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No External Setup: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Does not require installing heavy software like MySQL or Oracle.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5133826"/>
            <a:ext cx="43719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Fast Execution: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Text file operations in C are incredibly fast for small to medium datasets.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1505396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19925" y="2429321"/>
            <a:ext cx="43719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Security: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Data is saved in a plain text CSV file, which anyone can open and read easily.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9925" y="3781573"/>
            <a:ext cx="43719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Single User: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It does not support multiple admins modifying data at the exact same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9925" y="5133826"/>
            <a:ext cx="43719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No UI: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Console-based interface is not very visually appealing to modern end-users.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467421"/>
            <a:ext cx="2000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819673"/>
            <a:ext cx="2000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171926"/>
            <a:ext cx="2000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467421"/>
            <a:ext cx="1714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3819673"/>
            <a:ext cx="1714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5171926"/>
            <a:ext cx="1714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39205"/>
            <a:ext cx="5362575" cy="2533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201364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10. 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" y="915739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1334839"/>
            <a:ext cx="5630703" cy="213866"/>
          </a:xfrm>
          <a:prstGeom prst="rect">
            <a:avLst/>
          </a:prstGeom>
          <a:noFill/>
        </p:spPr>
        <p:txBody>
          <a:bodyPr wrap="square" lIns="276225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000000"/>
                </a:solidFill>
                <a:latin typeface="Inter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" y="1739205"/>
            <a:ext cx="53625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222222"/>
                </a:solidFill>
                <a:latin typeface="Inter"/>
              </a:rPr>
              <a:t>The current system is a foundational prototype. In the future, we can upgrade it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334839"/>
            <a:ext cx="5630703" cy="213866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000000"/>
                </a:solidFill>
                <a:latin typeface="Inter"/>
              </a:rPr>
              <a:t>Conclusion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44364"/>
            <a:ext cx="180975" cy="178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2600027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Database Integration: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Moving from flat files to a proper SQL database for better data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952279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Graphical User Interface: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Building a GUI using C++ (Qt) or Java instead of a black console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304532"/>
            <a:ext cx="4981575" cy="111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222222"/>
                </a:solidFill>
                <a:latin typeface="Inter"/>
              </a:rPr>
              <a:t>Data Encryption:</a:t>
            </a:r>
            <a:r>
              <a:rPr b="0" sz="1650" i="0" u="none">
                <a:solidFill>
                  <a:srgbClr val="222222"/>
                </a:solidFill>
                <a:latin typeface="Inter"/>
              </a:rPr>
              <a:t> Encrypting the password and student details before saving to the file.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344364"/>
            <a:ext cx="152400" cy="178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1300" y="1996380"/>
            <a:ext cx="48482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Inter"/>
              </a:rPr>
              <a:t>This project successfully demonstrates the practical implementation of </a:t>
            </a:r>
            <a:r>
              <a:rPr b="1" sz="1500" i="0" u="none">
                <a:solidFill>
                  <a:srgbClr val="FFFFFF"/>
                </a:solidFill>
                <a:latin typeface="Inter"/>
              </a:rPr>
              <a:t>CRUD operations</a:t>
            </a:r>
            <a:r>
              <a:rPr b="0" sz="1500" i="0" u="none">
                <a:solidFill>
                  <a:srgbClr val="FFFFFF"/>
                </a:solidFill>
                <a:latin typeface="Inter"/>
              </a:rPr>
              <a:t> using the C programming language.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101280"/>
            <a:ext cx="48482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FFFFF"/>
                </a:solidFill>
                <a:latin typeface="Inter"/>
              </a:rPr>
              <a:t>It proves that complex data management tasks can be solved using fundamental programming concepts like Structs, Pointers, and File Handling.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2638127"/>
            <a:ext cx="2571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3990379"/>
            <a:ext cx="2571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42632"/>
            <a:ext cx="2571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" y="495300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" y="1209675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757612"/>
            <a:ext cx="1466850" cy="1005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0675" y="3651944"/>
            <a:ext cx="101060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222222"/>
                </a:solidFill>
                <a:latin typeface="Inter"/>
              </a:rPr>
              <a:t>https://media.licdn.com/dms/image/v2/C4E0BAQG1mF3j8c1n9g/company-logo_200_200/company-logo_200_200/0/1630600028489/panipat_institute_of_engineering__technology_logo?e=2147483647&amp;v=beta&amp;t=7U1H6Lw9fG99Y4_Kk2pZ5c1W7mO42_R8u9Q3G5q9Z8g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0675" y="4095750"/>
            <a:ext cx="101060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222222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in.linkedin.com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" y="495300"/>
            <a:ext cx="11696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1" sz="375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300" y="1209675"/>
            <a:ext cx="112014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757463"/>
            <a:ext cx="1447800" cy="1005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0675" y="3750915"/>
            <a:ext cx="101060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222222"/>
                </a:solidFill>
                <a:latin typeface="Inter"/>
              </a:rPr>
              <a:t>https://api.piet.co.in/uploads/1773136760698-piet%20white%20logo%20(1).png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0675" y="3996630"/>
            <a:ext cx="101060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222222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www.piet.co.in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